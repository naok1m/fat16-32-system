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vamos apresentar dois sistemas de arquivos da família FAT: o FAT16 e o FAT32. Eles foram muito usados em sistemas Windows, pen drives, cartões de memória e dispositivos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sistema de arquivos é a forma como o SO organiza, salva, encontra e apaga arquivos. Quando você salva uma foto no pen drive, ele decide onde gravar, como nomear, quais blocos ocupar e como recuperar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 = File Allocation Table (Tabela de Alocação de Arquivos). A FAT guarda a sequência de clusters de cada arquivo. No exemplo, trabalho.pdf começa no cluster 5 e segue 5→6→9→FIM.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FAT16 era bom para a época em que os discos eram pequenos. Quando os HDs começaram a crescer, ele passou a ter limitações importantes de tamanho e desperdício de espaço.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FAT32 resolveu uma limitação importante do FAT16: o tamanho das partições. Ficou muito popular em pen drives e cartões de memória. Tem uma limitação famosa: não armazena arquivos individuais maiores que cerca de 4 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arquivo tem uma entrada de diretório com nome, extensão, atributos, data/hora, primeiro cluster e tamanho. No FAT16 o diretório raiz é fixo e limitado. No FAT32 ele é flexível, funciona como cadeia de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FAT16 e FAT32 usam alocação encadeada por tabela. Vantagem: simplicidade. Desvantagens: fragmentação, vulnerabilidade à corrupção da FAT e menor eficiência que sistemas modernos.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recuperação no FAT é limitada. Existe uma cópia da tabela e o chkdsk pode corrigir erros, mas o sistema não é tão seguro quanto os que têm journaling.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lado a lado: FAT32 evolui em entrada, partições e compatibilidade. Ambos sem journaling. FAT32 não suporta arquivos maiores que 4 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Concluindo: FAT16 e FAT32 são simples e muito compatíveis. FAT16 marcou os PCs antigos; FAT32 evoluiu para suportar partições maiores e dominou os dispositivos removíveis. Ambos carecem de permissões avançadas, journaling e suporte a arquivos muito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36576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Sistemas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Operacionais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60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219456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FAT16 &amp; FAT32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480560" y="35661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Arquivos da família FAT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80560" y="4297680"/>
            <a:ext cx="109728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44805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Organização, armazenamento e recuperação de arquivos em mídias removíveis.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 sistema de arquivos?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como o sistema operacional organiza, salva, encontra e apaga arquivos em um dispositivo de armazenamento.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2286000"/>
            <a:ext cx="5029200" cy="3474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salvar foto no pen drive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292608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foto será gravada
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nome será armazenado
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blocos do disco ela ocupa
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recuperá-la depois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FAT?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Allocation Table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Alocação de Arquivos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 sequência de clusters usados por cada arquivo.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2194560"/>
            <a:ext cx="4846320" cy="35661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trabalho.pdf  —  cluster inicial: 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8346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→  6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→  9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→  FIM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4944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ocupa clusters 5, 6 e 9.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VERSÃO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FAT16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antiga da família FAT. Muito usada no MS-DOS, em versões antigas do Windows e em dispositivos com pouco armazenamento.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 16 bits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referência de cluster usa 2 bytes.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7490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e compatível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1605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Suportado por praticamente qualquer 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mídias pequenas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Funcionava bem nos discos da época.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98348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53492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de tamanho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57607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Partições pequenas e clusters grandes em discos maiores.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FAT32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FAT16. Permite muito mais clusters e, portanto, partições maiores.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 32 bits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bits úteis para endereçamento.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5661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maiores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9776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partições muito acima do FAT16.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1663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compatibilidade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55778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macOS, câmeras, consoles, TVs.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800600"/>
            <a:ext cx="5440680" cy="1371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937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516636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4 GB por arquivo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55778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armazena arquivos individuais acima desse limite.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 de diretórios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tem uma entrada de diretório com: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arquivo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(somente leitura, oculto, …)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hora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cluster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2286000"/>
            <a:ext cx="4846320" cy="33832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Diretório raiz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fixo e limitado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3749040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FAT32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42519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 — cadeia de clusters, como qualquer outro diretório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Alocação de espaço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Alocação encadeada por tabela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pode estar espalhado em vários clusters. A FAT indica a ordem.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486400" cy="1188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474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foto.jpg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→  21  →  30  →  31  →  FIM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560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de implementar.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65760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corrompida → perda de referência
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eficiente que NTFS, ext4, APFS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Recuperação de dados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journaling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registra operações antes de executá-las, ajudando a recuperar o sistema após falhas. FAT16 e FAT32 não têm esse recurso.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5029200" cy="36576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78892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 durante gravação → corrupção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chkdsk tenta corrigir erros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apagados são recuperáveis enquanto não sobrescritos
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da FAT ajuda a mitigar danos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A LADO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Comparação direta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Época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antigo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novo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Tamanho da entrada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bits (28 úteis)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Arquivos &gt; 4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suporta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comum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DOS, Windows antigos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 drives, SD, simples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· FAT32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56655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Operacionais  ·  Turma 60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 e FAT32 são sistemas simples, antigos e muito compatíveis.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611880" cy="2286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361188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FAT16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em PCs antigos e mídias pequenas. Ficou limitado com o crescimento dos discos.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3200400"/>
            <a:ext cx="3611880" cy="2286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3200400"/>
            <a:ext cx="361188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FAT32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40690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Evolução: partições maiores. Muito usado em dispositivos removíveis.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3200400"/>
            <a:ext cx="3611880" cy="2286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3200400"/>
            <a:ext cx="361188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3474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6760" y="40690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permissões avançadas, sem journaling, sem suporte a arquivos muito grandes.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FAT16 e FAT32</dc:title>
  <dc:subject>PptxGenJS Presentation</dc:subject>
  <dc:creator>Turma 60 - Sistemas Operacionais</dc:creator>
  <cp:lastModifiedBy>Turma 60 - Sistemas Operacionais</cp:lastModifiedBy>
  <cp:revision>1</cp:revision>
  <dcterms:created xsi:type="dcterms:W3CDTF">2026-06-01T23:46:38Z</dcterms:created>
  <dcterms:modified xsi:type="dcterms:W3CDTF">2026-06-01T23:46:38Z</dcterms:modified>
</cp:coreProperties>
</file>